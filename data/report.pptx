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Sales and Customer Satisfaction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2023 Dataset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4663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60000"/>
              </a:lnSpc>
              <a:spcAft>
                <a:spcPts val="1400"/>
              </a:spcAft>
            </a:pPr>
            <a:r>
              <a:rPr sz="2200">
                <a:solidFill>
                  <a:srgbClr val="22222A"/>
                </a:solidFill>
                <a:latin typeface="Calibri"/>
              </a:rPr>
              <a:t>•  - Revenue increased by 103.84% from the first to the last month.</a:t>
            </a:r>
          </a:p>
          <a:p>
            <a:pPr>
              <a:lnSpc>
                <a:spcPct val="160000"/>
              </a:lnSpc>
              <a:spcAft>
                <a:spcPts val="1400"/>
              </a:spcAft>
            </a:pPr>
            <a:r>
              <a:rPr sz="2200">
                <a:solidFill>
                  <a:srgbClr val="22222A"/>
                </a:solidFill>
                <a:latin typeface="Calibri"/>
              </a:rPr>
              <a:t>•  - Units Sold decreased by 12.61% over time.</a:t>
            </a:r>
          </a:p>
          <a:p>
            <a:pPr>
              <a:lnSpc>
                <a:spcPct val="160000"/>
              </a:lnSpc>
              <a:spcAft>
                <a:spcPts val="1400"/>
              </a:spcAft>
            </a:pPr>
            <a:r>
              <a:rPr sz="2200">
                <a:solidFill>
                  <a:srgbClr val="22222A"/>
                </a:solidFill>
                <a:latin typeface="Calibri"/>
              </a:rPr>
              <a:t>•  - Customer Satisfaction improved slightly, with a -2.54%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Revenue and Units Sold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651760"/>
            <a:ext cx="316992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&gt;$19,253.67&lt;/$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Revenue Mean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8640" y="2651760"/>
            <a:ext cx="316992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&gt;281.79 units&lt;/&gt;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Units Sold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2651760"/>
            <a:ext cx="316992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$95,000.00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Revenue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Customer Satisfaction Over Time</a:t>
            </a:r>
          </a:p>
        </p:txBody>
      </p:sp>
      <p:pic>
        <p:nvPicPr>
          <p:cNvPr id="3" name="Picture 2" descr="00_customer_satisfaction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002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Revenue Distribution and Customer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754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22222A"/>
                </a:solidFill>
                <a:latin typeface="Calibri"/>
              </a:rPr>
              <a:t>•  - Revenue distribution shows a right-skewed pattern.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22222A"/>
                </a:solidFill>
                <a:latin typeface="Calibri"/>
              </a:rPr>
              <a:t>•  - Customer satisfaction is generally high, with most customers rating 4 or above.</a:t>
            </a:r>
          </a:p>
        </p:txBody>
      </p:sp>
      <p:pic>
        <p:nvPicPr>
          <p:cNvPr id="4" name="Picture 3" descr="01_distribution_of_customer_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8887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Customer Satisfaction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651760"/>
            <a:ext cx="230886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&gt;3.62&lt;/&gt;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Median Customer Satisfaction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7580" y="2651760"/>
            <a:ext cx="230886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&gt;4.95&lt;/&gt;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Max Customer Satisfaction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2651760"/>
            <a:ext cx="230886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&lt;3.08&lt;/&gt;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Min Customer Satisfaction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63940" y="2651760"/>
            <a:ext cx="2308860" cy="2743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3400" b="1">
                <a:solidFill>
                  <a:srgbClr val="1E2761"/>
                </a:solidFill>
                <a:latin typeface="Cambria"/>
              </a:rPr>
              <a:t>&gt;0.60&lt;/&gt;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6B7085"/>
                </a:solidFill>
                <a:latin typeface="Calibri"/>
              </a:rPr>
              <a:t>Standard Deviation of Customer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Revenue Distribution</a:t>
            </a:r>
          </a:p>
        </p:txBody>
      </p:sp>
      <p:pic>
        <p:nvPicPr>
          <p:cNvPr id="3" name="Picture 2" descr="02_distribution_of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002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mbria"/>
              </a:rPr>
              <a:t>Units Sold Distribution and Region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754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22222A"/>
                </a:solidFill>
                <a:latin typeface="Calibri"/>
              </a:rPr>
              <a:t>•  - Units sold distribution is slightly left-skewed.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22222A"/>
                </a:solidFill>
                <a:latin typeface="Calibri"/>
              </a:rPr>
              <a:t>•  - The West region has the highest number of customers, followed by North.</a:t>
            </a:r>
          </a:p>
        </p:txBody>
      </p:sp>
      <p:pic>
        <p:nvPicPr>
          <p:cNvPr id="4" name="Picture 3" descr="03_distribution_of_units_s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8887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Summary and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